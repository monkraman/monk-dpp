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937760"/>
            <a:ext cx="2377440" cy="2377440"/>
          </a:xfrm>
          <a:prstGeom prst="ellipse">
            <a:avLst/>
          </a:prstGeom>
          <a:solidFill>
            <a:srgbClr val="232C6E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532120"/>
            <a:ext cx="1188720" cy="11887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PASSPORT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DPP Platform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product scope, timeline &amp; cost plan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46304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•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platform, not a one-off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4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mandate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52704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Ecodesign Regulation (ESPR 2024/1781) requires Digital Product Passports — batteries from Feb 2027, then iron/steel and textiles through 2027-2029.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4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6974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digital record of a product's identity, composition, origin, ESG/carbon data, compliance certificates and lifecycle info — accessed via a QR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4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95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86791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DPP platforms (Minespider, Circularise, Kezzler) dominate with opaque, quote-based pricing. A mid-market, affordable, compliant SaaS is underserved.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4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65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503834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 on Angular / NestJS / PostgreSQL, aligned to EU standards. Start with batteries — the nearest deadline and best-defined data schema.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platforms define the competitive field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374904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1554480"/>
                <a:gridCol w="1645920"/>
                <a:gridCol w="1463040"/>
                <a:gridCol w="1371600"/>
                <a:gridCol w="1645920"/>
              </a:tblGrid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Chain-of-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Custody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Blockchain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Minespider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Miners, OEMs, EVs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Circularise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Auto, batteries, chem.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Kezzler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Global brands (FMCG)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Analytics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dpp.cloud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Manufacturers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PIM sync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Tiered + SKU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WIARA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Any EU mfr.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Freemium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Avery ReadyDPP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Apparel / OEM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OCR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solidFill>
            <a:srgbClr val="EAEFFB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 mid-market SaaS — solid compliance, multilingual, supplier data collection, optional blockchain — is underserved. That's Monkspaces' opening.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batteries, why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18, 2027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deadline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EV, LMT &amp; industrial batteries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data points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 Annexes VI-XIII)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types supported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12700">
            <a:solidFill>
              <a:srgbClr val="364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56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9684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regulatory deadline of any DPP category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81728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56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268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EV/battery manufacturers already mobilizing (Ford, Honda pilots)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340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56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immediate market need for OEMs and recyclers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scope: ~87 person-days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544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24028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/ user management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DPP entry UI + API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generation &amp; data link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DPP pages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5544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3B4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1554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24028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storage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 request module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(JSON-LD, CSV)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all entities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search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PIM import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5544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2440" y="1554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(post-MVP)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24028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extraction (OCR/LLM)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anchoring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beyond 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~3-4 months to a pilot-ready beta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105156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314553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0" y="26334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finalization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79776" y="314553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9502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org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82896" y="314553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Oct-Nov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6334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DPP core,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multi-tier pages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86016" y="314553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9502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audit 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89136" y="314553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334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192256" y="3145536"/>
            <a:ext cx="292608" cy="292608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39502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working beta deployed in cloud environment by mid-December 2026, ready for pilot.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to start, predictable to scale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630936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MVP /mo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Production /mo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Compute (VM)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2,000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4,000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Managed Database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1,500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8,000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Object Storage (S3)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800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CDN / Traffic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Monitoring / Logging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Backups / Security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Email (SES/SMTP)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LLM / AI API calls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Rs 2,000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Rs 4,050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Rs 15,700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9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6092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Rs 1 lakh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1691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year, self-built MVP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 + incidentals)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86600" y="3081528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60920" y="317296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1.5-3.5L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31729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commercial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budget /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4562856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60920" y="4654296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3-5L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4654296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run-rate / 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(usage grows)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TypeScript stack the team already knows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Material, form-driven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64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TypeScript, REST APIs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7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64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JSON fields for flexible schemas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87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3649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certificates, static files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7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3649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Digital Link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IDs as HTTP URIs + JSON-LD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0100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87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3649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across public / professional / authority tiers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166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(managed Postgres + Auth + Storage) can speed up the MVP build; migrate to custom AWS infra later if needed.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EU trust from day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0020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98424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enterprise trust — plan in parallel to development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60020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198424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minimization, consent, subject rights from day 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06324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DPP Registry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44728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passport registered; needs a qualified electronic seal (eIDAS)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06324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44728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transit, encryption at rest for keys &amp; personal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52628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MFA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91032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 for admin accounts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6177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4526280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4910328"/>
            <a:ext cx="4818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third-party test + regular vulnerability scans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SaaS, proven with a 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Tiered SaaS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94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 + annual platform fee + per-SKU cost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95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dpp.cloud model: 10k-17k euro first year + 0.25-1 euro/SKU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897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Service/consulting layer for larger clients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EAEF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STRATEGY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22402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6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194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 EV battery OEM or recycler — real data validates form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13639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6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906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Monkspaces' own product clients for a "DPP-lite" pilot (QR + JSON-LD, no blockchain)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4032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6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98678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Letter of Intent — shapes MVP priorities, builds credibility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9286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6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8828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Partnerships: GS1, battery/recycling consortia, content marketing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04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lock in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801368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3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28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battery categories — EV + LMT + industrial from day 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1801368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3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28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real battery product data to refine the schema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22783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3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cloud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295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Angular vs React; Supabase for MVP vs direct AWS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02666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9088" y="322783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9088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3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legal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5295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eIDAS QES procurement; draft GDPR policy; plan ISO 27001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45312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46542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3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581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client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9560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approach; aim for a signed LOI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45312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088" y="46542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19088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3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581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9560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tiered SaaS numbers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Monkspaces  |  DPP Platform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532120"/>
            <a:ext cx="1188720" cy="11887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Compliance-ready by the 2027 mandate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build  •  Clear regulatory alignment  •  Lean, phased MVP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2026-09-26T17:46:51Z</dcterms:created>
  <dcterms:modified xsi:type="dcterms:W3CDTF">2026-09-26T17:46:51Z</dcterms:modified>
</cp:coreProperties>
</file>